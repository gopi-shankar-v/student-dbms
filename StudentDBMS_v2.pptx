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v 2.0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Student-DBMS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dbase  —  A Linux CLI Utility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 student records like a real Linux utility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Installed in /sbin  ·  Root-protected storage  ·  CLI arguments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533"/>
          </a:solidFill>
          <a:ln w="12700">
            <a:solidFill>
              <a:srgbClr val="162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Gopi Shankar V  ·  github.com/Gopi-Shankar-V/Student-DBMS  ·  C Language  |  Linux  |  GCC  |  Makefile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What is  dbase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B"/>
                </a:solidFill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 records (Add, Search, Delete, Sort)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 ls, cp, cat  — from any directory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 /sbin as the 'dbase' command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at  ~/.dbase/student.dat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Root-protected — only sudo can delete data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--help and --purge CLI arguments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0F1923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704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56632" y="11704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12664" y="11704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247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5087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dbase --help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dbase [OPTION]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 option)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menu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--help     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this message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--purge    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DB (root only)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dbase
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/sbin/dbase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Version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v1.0  →  v2.0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5603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960120"/>
            <a:ext cx="283464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960120"/>
            <a:ext cx="310896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Feature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960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v1.0  —  Mini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v2.0  —  Linux Utility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2560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371600"/>
            <a:ext cx="2834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371600"/>
            <a:ext cx="3108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Executable name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./exe  (run from project folder)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dbase  (works from any directory)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89280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892808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892808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92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Install location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Project folder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/sbin/dbase  (system-wide)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14016"/>
            <a:ext cx="2560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2414016"/>
            <a:ext cx="2834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2414016"/>
            <a:ext cx="3108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140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Data file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24140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student.dat  (local folder)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414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~/.dbase/student.dat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935224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0360" y="2935224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935224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Delete protection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71800" y="29352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None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2935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Root permission required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456432"/>
            <a:ext cx="2560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3456432"/>
            <a:ext cx="2834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3456432"/>
            <a:ext cx="3108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CLI arguments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71800" y="34564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None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--help, --purge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97764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0360" y="397764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39776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Build &amp; Install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97180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make only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521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make  +  sudo make install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498848"/>
            <a:ext cx="2560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0360" y="4498848"/>
            <a:ext cx="2834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4498848"/>
            <a:ext cx="31089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498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File security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971800" y="4498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</a:rPr>
              <a:t>No permissions set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52160" y="4498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chmod 440, chown root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How dbase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625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👤  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Any Linux 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655064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17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dbase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62533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⚙️  /sbin/dbase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Executable  ·  root:root  ·  755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655064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read/write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1887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62533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🗃️  student.dat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~/.dbase/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8412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603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🔐  File Permissions  —  ~/.dbase/student.dat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292608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Who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2944368"/>
            <a:ext cx="192024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9443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Read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2944368"/>
            <a:ext cx="192024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9443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Write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2944368"/>
            <a:ext cx="155448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9443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Delete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292608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832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Root (sudo)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3383280"/>
            <a:ext cx="192024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3832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94960" y="3383280"/>
            <a:ext cx="192024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3832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06640" y="3383280"/>
            <a:ext cx="155448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383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3822192"/>
            <a:ext cx="2926080" cy="420624"/>
          </a:xfrm>
          <a:prstGeom prst="rect">
            <a:avLst/>
          </a:prstGeom>
          <a:solidFill>
            <a:srgbClr val="1B2A3B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221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Owner (user)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83280" y="3822192"/>
            <a:ext cx="1920240" cy="420624"/>
          </a:xfrm>
          <a:prstGeom prst="rect">
            <a:avLst/>
          </a:prstGeom>
          <a:solidFill>
            <a:srgbClr val="1B2A3B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8221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0" y="3822192"/>
            <a:ext cx="1920240" cy="420624"/>
          </a:xfrm>
          <a:prstGeom prst="rect">
            <a:avLst/>
          </a:prstGeom>
          <a:solidFill>
            <a:srgbClr val="1B2A3B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8221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06640" y="3822192"/>
            <a:ext cx="1554480" cy="420624"/>
          </a:xfrm>
          <a:prstGeom prst="rect">
            <a:avLst/>
          </a:prstGeom>
          <a:solidFill>
            <a:srgbClr val="1B2A3B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82219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❌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261104"/>
            <a:ext cx="292608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2611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Others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383280" y="4261104"/>
            <a:ext cx="192024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2611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❌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394960" y="4261104"/>
            <a:ext cx="192024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2611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❌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06640" y="4261104"/>
            <a:ext cx="1554480" cy="420624"/>
          </a:xfrm>
          <a:prstGeom prst="rect">
            <a:avLst/>
          </a:prstGeom>
          <a:solidFill>
            <a:srgbClr val="162533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42611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</a:rPr>
              <a:t>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Project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File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0F1923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Student-DBMS/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header.h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db_utils.c          ← NEW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add_new_record.c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show_the_list.c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search_*.c  (×3)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delete_*.c  (×3)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*_sorting.c  (×3)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save.c              ← UPDATED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read_data_file.c    ← UPDATED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print_slow.c
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            ← UPDATED
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206240" cy="8412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60120"/>
            <a:ext cx="8229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14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main.c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307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CLI args (--help, --purge) + interactive menu + init_db_dir()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206240" cy="8412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20240"/>
            <a:ext cx="82296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db_utils.c  ← NEW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677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get_db_path() builds ~/.dbase/student.dat · init_db_dir() creates directory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206240" cy="8412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80360"/>
            <a:ext cx="82296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35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save.c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227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Saves to ~/.dbase/ · locks file with chmod 440 + chown root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840480"/>
            <a:ext cx="4206240" cy="84124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840480"/>
            <a:ext cx="82296" cy="8412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895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makefile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187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make · sudo make install → /sbin/dbase · sudo make uninstall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Core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What dbase can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Add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Input name, roll number, and percentage into linked 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05840"/>
            <a:ext cx="20116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Find by name, roll number, or percentage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0584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Delete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Remove by name/roll no, or wipe all with confirmation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0584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Display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View all student records in formatted ANSI-colored 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🔃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74320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Sort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Sort by name, roll number, or percentage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50592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50592" y="2926080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↩️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2450592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Reverse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42032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Reverse the entire linked list order in-place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292608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626864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Save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18304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Persist to ~/.dbase/student.dat · auto-loads on startup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03136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292608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803136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B"/>
                </a:solidFill>
              </a:rPr>
              <a:t>Root Protection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94576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Data locked chmod 440 · sudo required to purge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Build &amp; Install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Step-by-step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162533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5836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60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Clone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https://github.com/Gopi-Shankar-V/Student-DBMS.git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8595360" cy="804672"/>
          </a:xfrm>
          <a:prstGeom prst="rect">
            <a:avLst/>
          </a:prstGeom>
          <a:solidFill>
            <a:srgbClr val="162533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65960"/>
            <a:ext cx="658368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6596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Student-DBMS &amp;&amp; make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595360" cy="804672"/>
          </a:xfrm>
          <a:prstGeom prst="rect">
            <a:avLst/>
          </a:prstGeom>
          <a:solidFill>
            <a:srgbClr val="162533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65836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2608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Install to /sbin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make install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162533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86200"/>
            <a:ext cx="65836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8620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941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Verify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dbase  →  /sbin/dbase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E3A4F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make  ·  sudo make install  ·  sudo make uninstall  ·  make clean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Technologies used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</a:rPr>
              <a:t>🔵  C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Core language — pointer arithmetic, structs, dynamic memory (malloc/free)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73152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</a:rPr>
              <a:t>🔗  Singly Linked 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8132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Dynamic in-memory storage — O(1) insert, O(n) search and delete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605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231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</a:rPr>
              <a:t>📂  File I/O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0720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Persistent storage at ~/.dbase/student.dat — read/write on every session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605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73152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231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</a:rPr>
              <a:t>🛡️  Linux Syscalls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80720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mkdir, chmod, chown, getuid, getenv — direct kernel-level calls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605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</a:rPr>
              <a:t>🖥️  ANSI Escape Codes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13308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Color-coded terminal UI — bold, bright, blinking 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1605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7315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490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</a:rPr>
              <a:t>🔧  GCC + Makefile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13308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Build automation — make, sudo make install, make clean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411480" y="196596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1031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</a:rPr>
              <a:t>Student-DBMS v2.0  ·  dbase Linux Utility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GitHub: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27889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github.com/Gopi-Shankar-V/Student-DBMS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27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Author: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32278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Gopi Shankar 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666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Stack: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36667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  ·  Linux  ·  GCC  ·  Makefile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1056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Install: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41056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sudo make install  →  /sbin/dbase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Student-DBMS v2.0 — dbase Linux Utility</dc:title>
  <dc:subject>PptxGenJS Presentation</dc:subject>
  <dc:creator>Gopi Shankar V</dc:creator>
  <cp:lastModifiedBy>Gopi Shankar V</cp:lastModifiedBy>
  <cp:revision>1</cp:revision>
  <dcterms:created xsi:type="dcterms:W3CDTF">2026-05-03T10:25:17Z</dcterms:created>
  <dcterms:modified xsi:type="dcterms:W3CDTF">2026-05-03T10:25:17Z</dcterms:modified>
</cp:coreProperties>
</file>